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Machine Learning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3474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· 分类 · 聚类 · 降维 · 集成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 | Teaching Competition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章节导览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回归分析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1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6634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14400"/>
            <a:ext cx="3200400" cy="402336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内容结构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150876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508760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1581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1581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03911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03911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2112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256946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569464"/>
            <a:ext cx="54864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2642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2642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309981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0" y="3099816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3172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363016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630168"/>
            <a:ext cx="54864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89788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55080" y="3703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集成学习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分类算法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分类算法对比 | Classification Algorithms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2_class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聚类算法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聚类算法对比 | Clustering Algorithms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3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降维方法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PCA与降维 | Dimensionality Reduction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4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集成学习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集成学习 | Ensemble Learning</a:t>
            </a:r>
            <a:endParaRPr lang="en-US" sz="1400" dirty="0"/>
          </a:p>
        </p:txBody>
      </p:sp>
      <p:pic>
        <p:nvPicPr>
          <p:cNvPr id="6" name="Image 0" descr="/home/reremouse/work/yishape-math/book/pptx_output/charts/ml_5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算法速查 | Algorithm Cheatsheet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987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y = wx + 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损失: MSE = (y-ŷ)²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优化: 正规方程/梯度下降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9875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987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岭回归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L2正则化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损失: MSE + λ‖w‖²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优化: 闭式解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4028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134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23134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P=σ(wx+b)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损失: 交叉熵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优化: 梯度下降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24028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3134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23134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max margin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损失: 铰链损失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优化: SMO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56616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6393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88720" y="36393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min Σ‖x-μ‖²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损失: 惯性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优化: EM迭代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56616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6393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36393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max Var(Xw)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损失: 重建误差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4434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优化: SVD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 | Code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分类与回归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线性回归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model = ML.lr(X_train, y_train);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pred = model.predict(X_test);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随机森林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rf = ML.randomForest({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nTrees: 100,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maxDepth: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rf.fit(X_train, y_train);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importance = rf.featureImportance();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聚类与降维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K-Means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km = ML.kmeans(k=4);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labels = km.fit_predict(X);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PCA降维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pca = ML.pca(k=2);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X_2d = pca.fit_transform(X);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variance = pca.explainedVariance();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t-SNE可视化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X_tsne = ML.tsne(X, perplexity=30);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总结 |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回归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线性、岭、Lasso、正则化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分类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LR、KNN、SVM、决策树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聚类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K-Means、层次、DBSCAN、GMM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降维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PCA、SVD、t-SNE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集成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RF、Boosting、Stacking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YiShape ML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ML.lr() | ML.randomForest() | ML.kmeans() | ML.pca() | ML.gradientBoosting()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机器学习 (增强版)</dc:title>
  <dc:subject>PptxGenJS Presentation</dc:subject>
  <dc:creator>YiShape Math Team</dc:creator>
  <cp:lastModifiedBy>YiShape Math Team</cp:lastModifiedBy>
  <cp:revision>1</cp:revision>
  <dcterms:created xsi:type="dcterms:W3CDTF">2026-04-14T09:11:10Z</dcterms:created>
  <dcterms:modified xsi:type="dcterms:W3CDTF">2026-04-14T09:11:10Z</dcterms:modified>
</cp:coreProperties>
</file>