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9144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线性代数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Linear Algebra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3474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· 矩阵 · 分解 · 方程组 · 应用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YiShape Math | Teaching Competition Edition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 章节导览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核心图表</a:t>
            </a:r>
            <a:endParaRPr lang="en-US" sz="1400" dirty="0"/>
          </a:p>
        </p:txBody>
      </p:sp>
      <p:pic>
        <p:nvPicPr>
          <p:cNvPr id="6" name="Image 0" descr="/home/reremouse/work/yishape-math/book/pptx_output/charts/la_1_vector_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6634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914400"/>
            <a:ext cx="3200400" cy="402336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内容结构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60720" y="150876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508760"/>
            <a:ext cx="54864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5897880" y="1581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55080" y="1581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向量与向量空间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2039112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2039112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897880" y="2112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55080" y="21122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矩阵运算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60720" y="2569464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2569464"/>
            <a:ext cx="54864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6"/>
          <p:cNvSpPr/>
          <p:nvPr/>
        </p:nvSpPr>
        <p:spPr>
          <a:xfrm>
            <a:off x="5897880" y="26426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55080" y="26426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矩阵分解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60720" y="3099816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60720" y="3099816"/>
            <a:ext cx="54864" cy="4389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0"/>
          <p:cNvSpPr/>
          <p:nvPr/>
        </p:nvSpPr>
        <p:spPr>
          <a:xfrm>
            <a:off x="5897880" y="31729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55080" y="3172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线性方程组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760720" y="3630168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60720" y="3630168"/>
            <a:ext cx="54864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4"/>
          <p:cNvSpPr/>
          <p:nvPr/>
        </p:nvSpPr>
        <p:spPr>
          <a:xfrm>
            <a:off x="589788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355080" y="3703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应用三连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760720" y="416052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760720" y="4160520"/>
            <a:ext cx="54864" cy="4389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5897880" y="4233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355080" y="4233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数值稳定性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向量与向量空间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向量空间可视化 | Vector Space Visualization</a:t>
            </a:r>
            <a:endParaRPr lang="en-US" sz="1400" dirty="0"/>
          </a:p>
        </p:txBody>
      </p:sp>
      <p:pic>
        <p:nvPicPr>
          <p:cNvPr id="6" name="Image 0" descr="/home/reremouse/work/yishape-math/book/pptx_output/charts/la_1_vector_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矩阵运算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🔢 矩阵运算可视化 | Matrix Operations</a:t>
            </a:r>
            <a:endParaRPr lang="en-US" sz="1400" dirty="0"/>
          </a:p>
        </p:txBody>
      </p:sp>
      <p:pic>
        <p:nvPicPr>
          <p:cNvPr id="6" name="Image 0" descr="/home/reremouse/work/yishape-math/book/pptx_output/charts/la_2_matrix_o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奇异值分解 (SVD) 与 PCA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SVD 与 PCA 分析 | SVD &amp; PCA Analysis</a:t>
            </a:r>
            <a:endParaRPr lang="en-US" sz="1400" dirty="0"/>
          </a:p>
        </p:txBody>
      </p:sp>
      <p:pic>
        <p:nvPicPr>
          <p:cNvPr id="6" name="Image 0" descr="/home/reremouse/work/yishape-math/book/pptx_output/charts/la_3_svd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线性方程组与最小二乘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线性系统与最小二乘 | Linear Systems &amp; Least Squares</a:t>
            </a:r>
            <a:endParaRPr lang="en-US" sz="1400" dirty="0"/>
          </a:p>
        </p:txBody>
      </p:sp>
      <p:pic>
        <p:nvPicPr>
          <p:cNvPr id="6" name="Image 0" descr="/home/reremouse/work/yishape-math/book/pptx_output/charts/la_4_linear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应用：图像压缩与信号处理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应用实例 | Applications</a:t>
            </a:r>
            <a:endParaRPr lang="en-US" sz="1400" dirty="0"/>
          </a:p>
        </p:txBody>
      </p:sp>
      <p:pic>
        <p:nvPicPr>
          <p:cNvPr id="6" name="Image 0" descr="/home/reremouse/work/yishape-math/book/pptx_output/charts/la_5_appl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1.1-1.2 核心概念：向量与矩阵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(Vector)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x = [x₁, x₂, ..., xₙ]ᵀ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n维空间Rⁿ中的一个点/方向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点积 a·b = Σaᵢbᵢ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衡量两个向量的相似度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范数 ‖a‖ = √(Σaᵢ²)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向量的长度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线性无关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没有任何向量可由其他向量表示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42062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91440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 (Matrix)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∈ R^(m×n)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874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m行n列的数组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行列式 det(A)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651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体积缩放因子 | det|=0 ⟺ 奇异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秩 rank(A)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线性无关行(列)的最大数量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逆矩阵 A⁻¹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4206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AA⁻¹=I | 仅当det≠0时存在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核心概念：SVD 与 PCA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326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奇异值分解 (SVD)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UΣVᵀ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U: 左奇异向量 (m×m正交)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Σ: 奇异值对角矩阵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Vᵀ: 右奇异向量 (n×n正交)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几何: 旋转→缩放→旋转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06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914400"/>
            <a:ext cx="42062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9326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主成分分析 (PCA)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目标: 最大化方差方向投影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步骤: 中心化→SVD→取前k个v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用途: 降维、去噪、特征提取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SVD ↔ PCA 关系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PCA可以用SVD高效计算：X = UΣVᵀ，V的列向量就是主成分方向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SVD分解后，取前k个奇异值对应的左右奇异向量，即为PCA的主成分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计算效率: SVD直接求解比先算协方差矩阵再特征分解更稳定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数值稳定性: SVD基于正交变换，避免了特征分解中求解病态矩阵逆的问题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核心概念：线性方程组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恰定方程组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n, det(A) ≠ 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唯一解: x = A⁻¹b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14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超定方程组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&gt; n（方程多于未知数）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无精确解，求最小二乘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517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914400"/>
            <a:ext cx="265176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14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欠定方程组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417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&lt; n（方程少于未知数）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无穷多解，找范数最小解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8412480" cy="219456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核心公式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正规方程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AᵀAx* = Aᵀb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最小二乘解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4114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x* = (AᵀA)⁻¹Aᵀb = A⁺b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投影矩阵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A(AᵀA)⁻¹Aᵀ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代码示例 | Code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4023360"/>
          </a:xfrm>
          <a:prstGeom prst="roundRect">
            <a:avLst>
              <a:gd name="adj" fmla="val 1364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SVD分解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svd = Decomps.svd(A);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sigma = svd.s();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U = svd.U();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Vt = svd.Vt();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PCA降维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pca = Decomps.pca(X, k=5);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X_reduced = pca.transform(X);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06240" cy="4023360"/>
          </a:xfrm>
          <a:prstGeom prst="roundRect">
            <a:avLst>
              <a:gd name="adj" fmla="val 1364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最小二乘求解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正规方程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xt = LinAlg.lstsq(A, b);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Cholesky分解(正定)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L = Decomp.chol(A);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y = L.solve(b);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x = Lt.solve(y);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YiShape Math 统一接口：Decomps.svd() / LinAlg.lstsq() / Decomp.chol()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总结 |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向量与向量空间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向量运算、线性相关、范数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矩阵运算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乘法、逆、秩、行列式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914400"/>
            <a:ext cx="265176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矩阵分解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EVD、SVD、PCA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286000"/>
            <a:ext cx="265176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线性方程组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最小二乘、LU分解、投影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286000"/>
            <a:ext cx="26517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应用三连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743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PCA图像压缩、信号滤波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28600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286000"/>
            <a:ext cx="265176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数值稳定性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2743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条件数、Cholesky、正则化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YiShape Math API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svd = Decomps.svd(A); var pca = Decomps.pca(X, k); var x = LinAlg.lstsq(A, b);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YiShape Math - 线性代数 (增强版)</dc:title>
  <dc:subject>PptxGenJS Presentation</dc:subject>
  <dc:creator>YiShape Math Team</dc:creator>
  <cp:lastModifiedBy>YiShape Math Team</cp:lastModifiedBy>
  <cp:revision>1</cp:revision>
  <dcterms:created xsi:type="dcterms:W3CDTF">2026-04-14T09:10:46Z</dcterms:created>
  <dcterms:modified xsi:type="dcterms:W3CDTF">2026-04-14T09:10:46Z</dcterms:modified>
</cp:coreProperties>
</file>