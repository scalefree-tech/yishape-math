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统计学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Statistics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3474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 · 推断 · 检验 · 贝叶斯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 | Teaching Competition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4.0 章节导览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六种基本分布</a:t>
            </a:r>
            <a:endParaRPr lang="en-US" sz="1400" dirty="0"/>
          </a:p>
        </p:txBody>
      </p:sp>
      <p:pic>
        <p:nvPicPr>
          <p:cNvPr id="6" name="Image 0" descr="/home/reremouse/work/yishape-math/book/pptx_output/charts/stats_1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6634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14400"/>
            <a:ext cx="3200400" cy="402336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内容结构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150876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508760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1581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5080" y="1581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概率基础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2039112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039112"/>
            <a:ext cx="54864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55080" y="2112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常用分布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60720" y="2569464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2569464"/>
            <a:ext cx="54864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2642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5080" y="2642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假设检验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60720" y="3099816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0720" y="3099816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3172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55080" y="3172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60720" y="3630168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3630168"/>
            <a:ext cx="54864" cy="4389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4"/>
          <p:cNvSpPr/>
          <p:nvPr/>
        </p:nvSpPr>
        <p:spPr>
          <a:xfrm>
            <a:off x="589788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55080" y="3703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760720" y="416052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60720" y="4160520"/>
            <a:ext cx="54864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5897880" y="4233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55080" y="4233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功效分析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中心极限定理 (CLT)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CLT可视化 | Central Limit Theorem</a:t>
            </a:r>
            <a:endParaRPr lang="en-US" sz="1400" dirty="0"/>
          </a:p>
        </p:txBody>
      </p:sp>
      <p:pic>
        <p:nvPicPr>
          <p:cNvPr id="6" name="Image 0" descr="/home/reremouse/work/yishape-math/book/pptx_output/charts/stats_2_c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置信区间与P值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置信区间与假设检验 | Confidence Intervals &amp; Hypothesis Testing</a:t>
            </a:r>
            <a:endParaRPr lang="en-US" sz="1400" dirty="0"/>
          </a:p>
        </p:txBody>
      </p:sp>
      <p:pic>
        <p:nvPicPr>
          <p:cNvPr id="6" name="Image 0" descr="/home/reremouse/work/yishape-math/book/pptx_output/charts/stats_3_ci_p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方差分析 (ANOVA)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ANOVA分析 | Analysis of Variance</a:t>
            </a:r>
            <a:endParaRPr lang="en-US" sz="1400" dirty="0"/>
          </a:p>
        </p:txBody>
      </p:sp>
      <p:pic>
        <p:nvPicPr>
          <p:cNvPr id="6" name="Image 0" descr="/home/reremouse/work/yishape-math/book/pptx_output/charts/stats_4_ano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贝叶斯统计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贝叶斯推断 | Bayesian Inference</a:t>
            </a:r>
            <a:endParaRPr lang="en-US" sz="1400" dirty="0"/>
          </a:p>
        </p:txBody>
      </p:sp>
      <p:pic>
        <p:nvPicPr>
          <p:cNvPr id="6" name="Image 0" descr="/home/reremouse/work/yishape-math/book/pptx_output/charts/stats_5_bayes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 统计功效分析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功效分析 | Statistical Power Analysis</a:t>
            </a:r>
            <a:endParaRPr lang="en-US" sz="1400" dirty="0"/>
          </a:p>
        </p:txBody>
      </p:sp>
      <p:pic>
        <p:nvPicPr>
          <p:cNvPr id="6" name="Image 0" descr="/home/reremouse/work/yishape-math/book/pptx_output/charts/stats_6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核心公式速查 | Key Formulas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中心极限定理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~ N(μ, σ²/n)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样本量大时均值近似正态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05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置信区间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± 1.96σ/√n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95%置信区间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4028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P值定义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P(观测或更极端|H₀)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在H₀下出现的概率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402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24028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Bayes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贝叶斯定理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P(θ|X) ∝ P(X|θ)P(θ)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后验 ∝ 似然 × 先验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56616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ANOVA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F统计量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= MS_between/MS_within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389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组间方差/组内方差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56616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 = 1 - β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4389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正确拒绝H₀的概率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代码示例 | Code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描述统计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data = [2.1, 2.5, 3.0, ...];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mean = Stats.mean(data);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std = Stats.std(data);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median = Stats.median(data);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分布检验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result = Stats.normTest(data);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pValue = result.pvalue;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 (pValue &lt; 0.05)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console.log("拒绝正态性假设");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假设检验 &amp; 贝叶斯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t检验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test = Stats.ttest(groupA, groupB);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 = test.pvalue;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贝叶斯更新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post = Stats.bayesUpdate(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prior: {alpha: 2, beta: 2},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data: {k: 6, n: 10}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ci = Stats.credibleInterval(post);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 总结 |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概率基础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分布、CLT、置信区间、P值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常用分布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正态、Beta、Gamma、二项、泊松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假设检验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A/B测试、多重检验校正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ANOVA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多组均值比较、F检验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286000"/>
            <a:ext cx="265176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贝叶斯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先验、后验、共轭先验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 功效分析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样本量规划、效应量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YiShape Stats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Stats.mean() | Stats.ttest() | Stats.bayesUpdate() | Stats.powerAnalysis()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统计学 (增强版)</dc:title>
  <dc:subject>PptxGenJS Presentation</dc:subject>
  <dc:creator>YiShape Math Team</dc:creator>
  <cp:lastModifiedBy>YiShape Math Team</cp:lastModifiedBy>
  <cp:revision>1</cp:revision>
  <dcterms:created xsi:type="dcterms:W3CDTF">2026-04-14T09:11:10Z</dcterms:created>
  <dcterms:modified xsi:type="dcterms:W3CDTF">2026-04-14T09:11:10Z</dcterms:modified>
</cp:coreProperties>
</file>