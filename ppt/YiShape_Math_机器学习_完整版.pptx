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从数据中学习预测的艺术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· 分类 · 聚类 · 降维 · 集成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学完本章你能做什么？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预测连续值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房价、销售额、流量预测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分类标签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垃圾邮件、图像识别、风险评估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发现分组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用户分群、市场细分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降维压缩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PCA降维、可视化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42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集成预测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随机森林、XGBoost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线性、岭、Lasso、正则化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LR、KNN、SVM、决策树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914400"/>
            <a:ext cx="73152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K-Means、层次、DBSCAN、GMM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28600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PCA、SVD、t-SNE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28600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集成学习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RF、Boosting、Stacking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回归分析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预测连续值：房价、销售额、流量...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回归的核心问题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 (x₁,y₁), (x₂,y₂), ..., (xₙ,yₙ)，找函数 f 使 y ≈ f(x)，同时具有良好的泛化能力。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f(x) = wᵀx +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56032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多项式回归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f(x) = Σwᵢxⁱ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岭回归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L2正则化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560320"/>
            <a:ext cx="201168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L1正则化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回归分析图表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回归分析 | Regression Analysis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1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分类算法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预测离散标签：垃圾邮件、图像识别...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分类 vs 回归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回归: y ∈ ℝ (连续) → 分类: y ∈ {0, 1, ..., K} (离散)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概率建模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56032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距离最近邻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56032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最大间隔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49040"/>
            <a:ext cx="73152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朴素贝叶斯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贝叶斯定理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74904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规则分裂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7490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74904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多层感知机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分类算法对比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分类算法 | Classification Algorithms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2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聚类算法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无监督学习：发现数据的自然分组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聚类 vs 分类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分类: 标签已知，有监督  |  聚类: 标签未知，无监督，自动发现结构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质心聚类，迭代优化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5603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层次聚类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树状图，层次结构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DBSCAN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密度聚类，任意形状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840480"/>
            <a:ext cx="73152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高斯混合，概率软聚类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聚类算法对比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聚类算法 | Clustering Algorithms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3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降维方法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PCA与降维 | Dimensionality Reduction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4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集成学习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三个臭皮匠，顶个诸葛亮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集成学习的核心思想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多个弱学习器组合，形成强学习器，降低方差和偏差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并行训练，减小方差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随机森林是代表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560320"/>
            <a:ext cx="4114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串行训练，减小偏差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AdaBoost/XGBoost是代表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集成学习图表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集成学习 | Ensemble Learning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5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线性回归详解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线性回归模型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Xw + ε   最小化: L(w) = ||Xw - y||²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正规方程解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w* = (XᵀX)⁻¹Xᵀy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优点: 闭式解，一步到位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缺点: XᵀX求逆 O(d³)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当 d &gt; 10000 或 n 很大时，梯度下降更高效。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4206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梯度下降法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:= w - α × ∇L(w)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随机梯度下降 (SGD)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小批量梯度下降 (Mini-batch)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O(nd) 每次迭代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需要调学习率α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正则化：岭回归与Lasso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岭回归 Ridge (L2)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L(w) = ||Xw - y||² + λ||w||²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将 w 往零收缩，但不归零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保留所有特征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特征多但相关性强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共线性问题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 (L1)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L(w) = ||Xw - y||² + λ|w|₁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产生稀疏解，使部分w=0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特征选择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特征多但只有部分有用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可解释性需求高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Ridge 路径</a:t>
            </a:r>
            <a:endParaRPr lang="en-US" sz="1200" dirty="0"/>
          </a:p>
        </p:txBody>
      </p:sp>
      <p:pic>
        <p:nvPicPr>
          <p:cNvPr id="16" name="Image 0" descr="/home/reremouse/work/yishape-math/book/pptx_output/charts/ml_1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3657600" cy="1097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0" y="310896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 路径</a:t>
            </a:r>
            <a:endParaRPr lang="en-US" sz="1200" dirty="0"/>
          </a:p>
        </p:txBody>
      </p:sp>
      <p:pic>
        <p:nvPicPr>
          <p:cNvPr id="19" name="Image 1" descr="/home/reremouse/work/yishape-math/book/pptx_output/charts/ml_1_regre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0"/>
            <a:ext cx="38404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支持向量机 (SVM)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SVM核心思想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找到最大间隔的分类超平面，使两类支持向量到超平面的距离最大化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间隔示意</a:t>
            </a:r>
            <a:endParaRPr lang="en-US" sz="1400" dirty="0"/>
          </a:p>
        </p:txBody>
      </p:sp>
      <p:pic>
        <p:nvPicPr>
          <p:cNvPr id="9" name="Image 0" descr="/home/reremouse/work/yishape-math/book/pptx_output/charts/ml_2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支持向量: 决定超平面的样本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间隔: 2/||w|| 越大越好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核函数: 处理非线性可分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常用核: RBF, 多项式, sigmoid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03520" y="42976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SVM擅长高维小样本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K-Means 聚类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K-Means 算法步骤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随机初始化K个质心  ② 分配样本到最近质心  ③ 更新质心  ④ 重复②③直至收敛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迭代过程</a:t>
            </a:r>
            <a:endParaRPr lang="en-US" sz="1400" dirty="0"/>
          </a:p>
        </p:txBody>
      </p:sp>
      <p:pic>
        <p:nvPicPr>
          <p:cNvPr id="9" name="Image 0" descr="/home/reremouse/work/yishape-math/book/pptx_output/charts/ml_3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K的选择: 肘部法则、轮廓系数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初始敏感: 用K-Means++初始化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只发现球形簇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对噪声和离群点敏感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收敛到局部最优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PCA 主成分分析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PCA核心思想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在数据方差最大的方向（主成分）上做投影，实现降维同时保留信息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特征分解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协方差矩阵: C = XcᵀXc/n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特征分解: C = VΛVᵀ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取前K个特征向量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当d很大时计算量大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206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SVD（更常用）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直接SVD: Xc = UΣVᵀ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V的列向量即主成分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无需计算协方差矩阵，更数值稳定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随机森林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随机森林算法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Bootstrap抽样  ② 随机特征子集  ③ 每棵决策树独立训练  ④ 投票/平均输出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有放回抽样，增加多样性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特征随机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每棵树只看部分特征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9184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不剪枝，最大深度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9184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多数投票或平均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优点: 抗过拟合、特征重要性评估、处理缺失值、并行训练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XGBoost 与 AdaBoost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梯度提升框架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正则化项控制复杂度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二阶导数近似优化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缺失值自动处理</a:t>
            </a:r>
            <a:endParaRPr lang="en-US" sz="1100" dirty="0"/>
          </a:p>
        </p:txBody>
      </p:sp>
      <p:pic>
        <p:nvPicPr>
          <p:cNvPr id="8" name="Image 0" descr="/home/reremouse/work/yishape-math/book/pptx_output/charts/ml_5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365760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914400"/>
            <a:ext cx="42062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AdaBoost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0" y="1417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自适应提升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错误样本权重增加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逐步学习错误</a:t>
            </a:r>
            <a:endParaRPr lang="en-US" sz="1100" dirty="0"/>
          </a:p>
        </p:txBody>
      </p:sp>
      <p:pic>
        <p:nvPicPr>
          <p:cNvPr id="13" name="Image 1" descr="/home/reremouse/work/yishape-math/book/pptx_output/charts/ml_5_ensem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840480" cy="7315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60" y="3291840"/>
            <a:ext cx="84124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实战对比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Kaggle竞赛: 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2860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XGBoost/LightGBM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工业部署: 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2860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随机森林（易解释）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实时系统: 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28600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LightGBM（速度快）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推荐系统的秘密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小故事：Netflix Prize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2006年Netflix悬赏100万美元：谁能将推荐准确度提高10%。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获胜队伍的核心算法就是矩阵分解！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他们把用户-电影评分矩阵分解为：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「用户喜好特征」×「电影类型特征」+ 「偏置项」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技术细节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评分矩阵 R ≈ U × Σ × 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U: 用户特征矩阵（谁喜欢什么类型）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Σ: 奇异值（各类型重要性）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Vᵀ: 电影特征矩阵（各电影类型权重）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分类的哲学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小故事：分类 vs 回归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想象你在教一个小孩子认猫和狗。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回归：教他预测猫的体重（连续值）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分类：教他判断是猫还是狗（离散标签）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分类的关键是找到决策边界——一条线或曲面把不同类别分开。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决策边界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逻辑回归：Sigmoid函数将线性边界概率化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SVM：找最大间隔的边界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决策树：轴平行规则序列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KNN：局部近邻投票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聚类的艺术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小故事：物以类聚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想象你第一次去图书馆。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你会自然地把相似的书放在一起（计算机的书、科技的书、文学的书）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这个过程就是聚类——发现数据中的自然分组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聚类算法就是让计算机学会这种「直觉」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聚类的挑战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「相似度」怎么定义？（欧氏距离、余弦相似度？）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K怎么选？（肘部法则、轮廓系数）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簇的形状不对称怎么办？（DBSCAN）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软聚类vs硬聚类？（GMM概率聚类）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降维的哲学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小故事：降维打击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想象你要向一个从未见过3D眼镜的人解释3D电影。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你可以花2小时描述所有角度、所有光影、所有景深……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或者你直接给他一副3D眼镜（降维投影）。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PCA就是这样一副「数学眼镜」——它找到最重要的「视角」。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降维的核心思想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降维不是简单删除维度，而是找到「更好的视角」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主成分是数据方差最大的方向，代表了最多的信息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降维必然损失信息，关键是损失「不重要」的信息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好的降维：保留90%信息的同时，把维度从100降到10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集成的智慧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小故事：三个臭皮匠，顶个诸葛亮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想象你问10个普通人估计一头牛的体重：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有人猜500斤，有人猜800斤，差异很大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但如果问10个兽医，平均值就靠谱多了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随机森林就是这样的「专家委员会」：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每棵树看数据的不同子集，投票决定结果。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集成的关键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多样性：树之间的预测要不同（Bagging靠随机，Boosting靠串行学习）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组合方式：投票（分类）、平均（回归）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不是树越多越好（边际效益递减）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最终效果：降低方差（Bagging）或偏差（Boosting）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 | Code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分类与回归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线性回归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model = ML.lr(X_train, y_train);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pred = model.predict(X_test);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随机森林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rf = ML.randomForest({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nTrees: 100,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maxDepth: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rf.fit(X_train, y_train);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importance = rf.featureImportance();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聚类与降维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K-Means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km = ML.kmeans(k=4);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labels = km.fit_predict(X);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PCA降维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pca = ML.pca(k=2);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X_2d = pca.fit_transform(X);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variance = pca.explainedVariance();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t-SNE可视化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X_tsne = ML.tsne(X, perplexity=30);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线性、岭、Lasso、正则化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LR、KNN、SVM、决策树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K-Means、层次、DBSCAN、GMM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PCA、SVD、t-SNE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集成学习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RF、Boosting、Stacking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机器学习的本质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vs 无监督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有标签则分类/回归，无标签则聚类/降维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在未见数据上表现好才是真的好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偏差-方差权衡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模型太简单欠拟合，太复杂过拟合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好特征比好模型更重要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ML.lr() | ML.randomForest() | ML.kmeans() | ML.pca() | ML.gradientBoosting()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机器学习</dc:title>
  <dc:subject>PptxGenJS Presentation</dc:subject>
  <dc:creator>YiShape Math Team</dc:creator>
  <cp:lastModifiedBy>YiShape Math Team</cp:lastModifiedBy>
  <cp:revision>1</cp:revision>
  <dcterms:created xsi:type="dcterms:W3CDTF">2026-04-14T14:05:53Z</dcterms:created>
  <dcterms:modified xsi:type="dcterms:W3CDTF">2026-04-14T14:05:53Z</dcterms:modified>
</cp:coreProperties>
</file>